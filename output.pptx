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481300" cy="863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wwm4jxt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481300" cy="8636000"/>
          </a:xfrm>
          <a:prstGeom prst="rect">
            <a:avLst/>
          </a:prstGeom>
        </p:spPr>
      </p:pic>
      <p:pic>
        <p:nvPicPr>
          <p:cNvPr id="3" name="Picture 2" descr="temp_crop_img_63qp5jg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00" y="4495800"/>
            <a:ext cx="13766800" cy="3543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222500"/>
            <a:ext cx="15605760" cy="863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6800" b="1">
                <a:solidFill>
                  <a:srgbClr val="10083B"/>
                </a:solidFill>
                <a:latin typeface="Microsoft YaHei"/>
              </a:rPr>
              <a:t>基于AI的声明式数据开发新范式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3300" y="3429000"/>
            <a:ext cx="9890760" cy="5334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4000" b="0">
                <a:solidFill>
                  <a:srgbClr val="586A81"/>
                </a:solidFill>
                <a:latin typeface="Microsoft YaHei"/>
              </a:rPr>
              <a:t>DesignasCode,</a:t>
            </a:r>
            <a:r>
              <a:rPr sz="4000" b="0">
                <a:solidFill>
                  <a:srgbClr val="55677E"/>
                </a:solidFill>
                <a:latin typeface="Microsoft YaHei"/>
              </a:rPr>
              <a:t>AssetasService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79200" y="6019800"/>
            <a:ext cx="1280159" cy="5207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4000" b="0">
                <a:solidFill>
                  <a:srgbClr val="54657A"/>
                </a:solidFill>
                <a:latin typeface="Microsoft YaHei"/>
              </a:rPr>
              <a:t>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1700" y="6032500"/>
            <a:ext cx="1249679" cy="5080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4000" b="0">
                <a:solidFill>
                  <a:srgbClr val="586B82"/>
                </a:solidFill>
                <a:latin typeface="Microsoft YaHei"/>
              </a:rPr>
              <a:t>资产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38300" y="8420100"/>
            <a:ext cx="1264919" cy="1016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 algn="l"/>
            <a:r>
              <a:rPr sz="800" b="0">
                <a:solidFill>
                  <a:srgbClr val="060606"/>
                </a:solidFill>
                <a:latin typeface="Microsoft YaHei"/>
              </a:rPr>
              <a:t>NotebookLM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